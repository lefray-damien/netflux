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8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fr-FR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 /><Relationship Id="rId20" Type="http://schemas.openxmlformats.org/officeDocument/2006/relationships/tableStyles" Target="tableStyles.xml" /><Relationship Id="rId2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8212326" name="Espace réservé d'en-tête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151186208" name="Espace réservé pour la date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fr-FR"/>
              <a:t>10/30/2013</a:t>
            </a:fld>
            <a:endParaRPr lang="fr-FR"/>
          </a:p>
        </p:txBody>
      </p:sp>
      <p:sp>
        <p:nvSpPr>
          <p:cNvPr id="1121834076" name="Espace réservé pour l'image de la diapositive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fr-FR"/>
          </a:p>
        </p:txBody>
      </p:sp>
      <p:sp>
        <p:nvSpPr>
          <p:cNvPr id="1198019286" name="Remarques Espace réservé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2024326767" name="Espace réservé du pied de page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247448948" name="Espace réservé du numéro de diapositive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fr-FR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066380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22397366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1261072528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1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2BD89A-90C9-23D5-D11D-76F3AF58F1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8C207A-9D5F-1DE6-3B3B-7AB5597778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97E6C3-9AF2-112B-A991-8012C1B50C0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7F2B4A6-9BA2-87CD-7264-A3151D9010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C54317-2E93-4804-16BF-85CC3DE655A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8F28BA-138D-AD82-1075-812E2500E44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6238E7-2DEA-3592-215B-BD6DE8F2EA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12BF37-129F-D53D-69A4-F8C8DA9403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CA4426D-EA04-D75F-E5BD-7AB5EA4494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51E240-D5A0-43DB-614E-1434B7C7A3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81A778-ECDA-1876-33E8-4D58AD98B37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93640A-0686-3D5D-17E6-A3F2E446F2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3B51F2-2662-FD40-E0A9-CEDF1934BD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9635015" name="Shape 1059"/>
          <p:cNvSpPr>
            <a:spLocks noChangeArrowheads="1" noGrp="1"/>
          </p:cNvSpPr>
          <p:nvPr userDrawn="1"/>
        </p:nvSpPr>
        <p:spPr bwMode="auto">
          <a:xfrm>
            <a:off x="2396066" y="2291401"/>
            <a:ext cx="5452533" cy="41651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112" y="3116"/>
                </a:moveTo>
                <a:lnTo>
                  <a:pt x="22112" y="3116"/>
                </a:lnTo>
                <a:cubicBezTo>
                  <a:pt x="22112" y="3116"/>
                  <a:pt x="27356" y="0"/>
                  <a:pt x="30300" y="4263"/>
                </a:cubicBezTo>
                <a:lnTo>
                  <a:pt x="30300" y="4263"/>
                </a:lnTo>
                <a:cubicBezTo>
                  <a:pt x="33277" y="8577"/>
                  <a:pt x="36666" y="13779"/>
                  <a:pt x="39369" y="17410"/>
                </a:cubicBezTo>
                <a:lnTo>
                  <a:pt x="39369" y="17410"/>
                </a:lnTo>
                <a:cubicBezTo>
                  <a:pt x="41761" y="20624"/>
                  <a:pt x="43200" y="22708"/>
                  <a:pt x="40979" y="26940"/>
                </a:cubicBezTo>
                <a:lnTo>
                  <a:pt x="40979" y="26940"/>
                </a:lnTo>
                <a:cubicBezTo>
                  <a:pt x="39655" y="29461"/>
                  <a:pt x="35076" y="35072"/>
                  <a:pt x="32639" y="38623"/>
                </a:cubicBezTo>
                <a:lnTo>
                  <a:pt x="32639" y="38623"/>
                </a:lnTo>
                <a:cubicBezTo>
                  <a:pt x="30200" y="42175"/>
                  <a:pt x="26202" y="43200"/>
                  <a:pt x="23268" y="42185"/>
                </a:cubicBezTo>
                <a:lnTo>
                  <a:pt x="23268" y="42185"/>
                </a:lnTo>
                <a:cubicBezTo>
                  <a:pt x="20331" y="41168"/>
                  <a:pt x="11584" y="38623"/>
                  <a:pt x="6213" y="36974"/>
                </a:cubicBezTo>
                <a:lnTo>
                  <a:pt x="6213" y="36974"/>
                </a:lnTo>
                <a:cubicBezTo>
                  <a:pt x="1431" y="35502"/>
                  <a:pt x="0" y="32900"/>
                  <a:pt x="214" y="31157"/>
                </a:cubicBezTo>
                <a:lnTo>
                  <a:pt x="214" y="31157"/>
                </a:lnTo>
                <a:cubicBezTo>
                  <a:pt x="760" y="26703"/>
                  <a:pt x="1113" y="19920"/>
                  <a:pt x="1214" y="16042"/>
                </a:cubicBezTo>
                <a:lnTo>
                  <a:pt x="1214" y="16042"/>
                </a:lnTo>
                <a:cubicBezTo>
                  <a:pt x="1303" y="12626"/>
                  <a:pt x="4203" y="11313"/>
                  <a:pt x="6907" y="9989"/>
                </a:cubicBezTo>
                <a:lnTo>
                  <a:pt x="6907" y="9989"/>
                </a:lnTo>
                <a:cubicBezTo>
                  <a:pt x="9245" y="8843"/>
                  <a:pt x="19774" y="4261"/>
                  <a:pt x="22112" y="311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08760694" name="Shape 1060"/>
          <p:cNvSpPr>
            <a:spLocks noChangeArrowheads="1" noGrp="1"/>
          </p:cNvSpPr>
          <p:nvPr userDrawn="1"/>
        </p:nvSpPr>
        <p:spPr bwMode="auto">
          <a:xfrm>
            <a:off x="1309514" y="1839834"/>
            <a:ext cx="4011787" cy="131432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0162" y="13104"/>
                </a:moveTo>
                <a:lnTo>
                  <a:pt x="40162" y="13104"/>
                </a:lnTo>
                <a:cubicBezTo>
                  <a:pt x="36799" y="16736"/>
                  <a:pt x="26204" y="28154"/>
                  <a:pt x="22676" y="31251"/>
                </a:cubicBezTo>
                <a:lnTo>
                  <a:pt x="22676" y="31251"/>
                </a:lnTo>
                <a:cubicBezTo>
                  <a:pt x="18513" y="34899"/>
                  <a:pt x="15093" y="37527"/>
                  <a:pt x="13136" y="38511"/>
                </a:cubicBezTo>
                <a:lnTo>
                  <a:pt x="13136" y="38511"/>
                </a:lnTo>
                <a:cubicBezTo>
                  <a:pt x="10861" y="39650"/>
                  <a:pt x="0" y="43200"/>
                  <a:pt x="422" y="38511"/>
                </a:cubicBezTo>
                <a:lnTo>
                  <a:pt x="422" y="38511"/>
                </a:lnTo>
                <a:cubicBezTo>
                  <a:pt x="750" y="34836"/>
                  <a:pt x="12785" y="17028"/>
                  <a:pt x="15584" y="14358"/>
                </a:cubicBezTo>
                <a:lnTo>
                  <a:pt x="15584" y="14358"/>
                </a:lnTo>
                <a:cubicBezTo>
                  <a:pt x="18382" y="11693"/>
                  <a:pt x="34508" y="0"/>
                  <a:pt x="36286" y="2133"/>
                </a:cubicBezTo>
                <a:lnTo>
                  <a:pt x="36286" y="2133"/>
                </a:lnTo>
                <a:cubicBezTo>
                  <a:pt x="38064" y="4272"/>
                  <a:pt x="43200" y="9825"/>
                  <a:pt x="40162" y="1310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69233255" name="Shape 1061"/>
          <p:cNvSpPr>
            <a:spLocks noChangeArrowheads="1" noGrp="1"/>
          </p:cNvSpPr>
          <p:nvPr userDrawn="1"/>
        </p:nvSpPr>
        <p:spPr bwMode="auto">
          <a:xfrm>
            <a:off x="6567031" y="4629133"/>
            <a:ext cx="5395523" cy="2231707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42680" y="32337"/>
                  <a:pt x="42264" y="24810"/>
                  <a:pt x="41982" y="22533"/>
                </a:cubicBezTo>
                <a:lnTo>
                  <a:pt x="41982" y="22533"/>
                </a:lnTo>
                <a:cubicBezTo>
                  <a:pt x="41353" y="17445"/>
                  <a:pt x="31020" y="10782"/>
                  <a:pt x="25434" y="7567"/>
                </a:cubicBezTo>
                <a:lnTo>
                  <a:pt x="25434" y="7567"/>
                </a:lnTo>
                <a:cubicBezTo>
                  <a:pt x="20461" y="4707"/>
                  <a:pt x="15752" y="0"/>
                  <a:pt x="10688" y="12771"/>
                </a:cubicBezTo>
                <a:lnTo>
                  <a:pt x="10688" y="12771"/>
                </a:lnTo>
                <a:cubicBezTo>
                  <a:pt x="5409" y="26085"/>
                  <a:pt x="2329" y="33891"/>
                  <a:pt x="451" y="39632"/>
                </a:cubicBezTo>
                <a:lnTo>
                  <a:pt x="451" y="39632"/>
                </a:lnTo>
                <a:cubicBezTo>
                  <a:pt x="180" y="40459"/>
                  <a:pt x="44" y="41820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48675090" name="Shape 1062"/>
          <p:cNvSpPr>
            <a:spLocks noChangeArrowheads="1" noGrp="1"/>
          </p:cNvSpPr>
          <p:nvPr userDrawn="1"/>
        </p:nvSpPr>
        <p:spPr bwMode="auto">
          <a:xfrm>
            <a:off x="389187" y="6100774"/>
            <a:ext cx="4968521" cy="75999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37750" y="34083"/>
                  <a:pt x="28707" y="20178"/>
                  <a:pt x="28707" y="20178"/>
                </a:cubicBezTo>
                <a:lnTo>
                  <a:pt x="28707" y="20178"/>
                </a:lnTo>
                <a:cubicBezTo>
                  <a:pt x="23196" y="11772"/>
                  <a:pt x="17935" y="0"/>
                  <a:pt x="14588" y="1341"/>
                </a:cubicBezTo>
                <a:lnTo>
                  <a:pt x="14588" y="1341"/>
                </a:lnTo>
                <a:cubicBezTo>
                  <a:pt x="11240" y="2673"/>
                  <a:pt x="6350" y="22671"/>
                  <a:pt x="1602" y="37718"/>
                </a:cubicBezTo>
                <a:lnTo>
                  <a:pt x="1602" y="37718"/>
                </a:lnTo>
                <a:cubicBezTo>
                  <a:pt x="1072" y="39393"/>
                  <a:pt x="536" y="41175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29243336" name="Shape 1063"/>
          <p:cNvSpPr>
            <a:spLocks noChangeArrowheads="1" noGrp="1"/>
          </p:cNvSpPr>
          <p:nvPr userDrawn="1"/>
        </p:nvSpPr>
        <p:spPr bwMode="auto">
          <a:xfrm>
            <a:off x="0" y="3254701"/>
            <a:ext cx="2099733" cy="3343682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43200"/>
                </a:moveTo>
                <a:lnTo>
                  <a:pt x="0" y="43200"/>
                </a:lnTo>
                <a:cubicBezTo>
                  <a:pt x="10450" y="39319"/>
                  <a:pt x="26476" y="34991"/>
                  <a:pt x="31760" y="32779"/>
                </a:cubicBezTo>
                <a:lnTo>
                  <a:pt x="31760" y="32779"/>
                </a:lnTo>
                <a:cubicBezTo>
                  <a:pt x="38554" y="29929"/>
                  <a:pt x="35982" y="23868"/>
                  <a:pt x="39587" y="11934"/>
                </a:cubicBezTo>
                <a:lnTo>
                  <a:pt x="39587" y="11934"/>
                </a:lnTo>
                <a:cubicBezTo>
                  <a:pt x="43199" y="0"/>
                  <a:pt x="33409" y="2565"/>
                  <a:pt x="25082" y="2041"/>
                </a:cubicBezTo>
                <a:lnTo>
                  <a:pt x="25082" y="2041"/>
                </a:lnTo>
                <a:cubicBezTo>
                  <a:pt x="14497" y="1374"/>
                  <a:pt x="7053" y="4621"/>
                  <a:pt x="0" y="7243"/>
                </a:cubicBezTo>
                <a:lnTo>
                  <a:pt x="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337806426" name="Subtitle 2"/>
          <p:cNvSpPr>
            <a:spLocks noGrp="1"/>
          </p:cNvSpPr>
          <p:nvPr>
            <p:ph type="subTitle" idx="1"/>
          </p:nvPr>
        </p:nvSpPr>
        <p:spPr bwMode="auto">
          <a:xfrm>
            <a:off x="4655839" y="2708919"/>
            <a:ext cx="6720746" cy="720079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210320594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5892717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574691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  <p:sp>
        <p:nvSpPr>
          <p:cNvPr id="734639657" name="Title 6"/>
          <p:cNvSpPr>
            <a:spLocks noGrp="1"/>
          </p:cNvSpPr>
          <p:nvPr>
            <p:ph type="title"/>
          </p:nvPr>
        </p:nvSpPr>
        <p:spPr bwMode="auto">
          <a:xfrm>
            <a:off x="4595833" y="1808820"/>
            <a:ext cx="6720746" cy="720079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965947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5416928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4774536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8658055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80387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5301269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42089376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15299088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9978618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88975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717013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94314505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7783013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92848694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48352600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575904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710078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27300903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38291071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9" y="2174874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912994887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17983590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70" y="2174874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71245783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73034587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199542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168488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1636331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36991543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326678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214306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56991908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360138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87745" name="Title 1"/>
          <p:cNvSpPr>
            <a:spLocks noGrp="1"/>
          </p:cNvSpPr>
          <p:nvPr>
            <p:ph type="title"/>
          </p:nvPr>
        </p:nvSpPr>
        <p:spPr bwMode="auto">
          <a:xfrm>
            <a:off x="609603" y="273049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916638696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1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91942627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3" y="1435102"/>
            <a:ext cx="401108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03318659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99583851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308092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9138182" name="Title 1"/>
          <p:cNvSpPr>
            <a:spLocks noGrp="1"/>
          </p:cNvSpPr>
          <p:nvPr>
            <p:ph type="title"/>
          </p:nvPr>
        </p:nvSpPr>
        <p:spPr bwMode="auto"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308617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612774"/>
            <a:ext cx="7315200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190026989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27773212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6167023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211368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489457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0817814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1222091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68029896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368639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9202416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9"/>
            <a:ext cx="2743200" cy="5851525"/>
          </a:xfrm>
        </p:spPr>
        <p:txBody>
          <a:bodyPr vert="eaVert"/>
          <a:lstStyle>
            <a:lvl1pPr algn="ct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23295813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9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95580688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03457680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17782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8104529" name="Shape 1059"/>
          <p:cNvSpPr>
            <a:spLocks noChangeArrowheads="1" noGrp="1"/>
          </p:cNvSpPr>
          <p:nvPr userDrawn="1"/>
        </p:nvSpPr>
        <p:spPr bwMode="auto">
          <a:xfrm>
            <a:off x="4976706" y="2"/>
            <a:ext cx="3058159" cy="8937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075824045" name="Shape 1060"/>
          <p:cNvSpPr>
            <a:spLocks noChangeArrowheads="1" noGrp="1"/>
          </p:cNvSpPr>
          <p:nvPr userDrawn="1"/>
        </p:nvSpPr>
        <p:spPr bwMode="auto">
          <a:xfrm>
            <a:off x="-24679" y="1"/>
            <a:ext cx="1399539" cy="17975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95588441" name="Shape 1061"/>
          <p:cNvSpPr>
            <a:spLocks noChangeArrowheads="1" noGrp="1"/>
          </p:cNvSpPr>
          <p:nvPr userDrawn="1"/>
        </p:nvSpPr>
        <p:spPr bwMode="auto">
          <a:xfrm>
            <a:off x="1637457" y="1"/>
            <a:ext cx="3839633" cy="2609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687161528" name="Title 1"/>
          <p:cNvSpPr>
            <a:spLocks noGrp="1"/>
          </p:cNvSpPr>
          <p:nvPr>
            <p:ph type="title"/>
          </p:nvPr>
        </p:nvSpPr>
        <p:spPr bwMode="auto">
          <a:xfrm>
            <a:off x="609599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2872879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600201"/>
            <a:ext cx="109728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8541907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599" y="6356351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39673983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1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852135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37599" y="6356351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lvl1pPr algn="r" defTabSz="914400" rtl="0">
        <a:spcBef>
          <a:spcPts val="0"/>
        </a:spcBef>
        <a:buNone/>
        <a:defRPr sz="44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5113427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2715307" y="-78287"/>
            <a:ext cx="6008547" cy="2009449"/>
          </a:xfrm>
        </p:spPr>
        <p:txBody>
          <a:bodyPr/>
          <a:lstStyle/>
          <a:p>
            <a:pPr>
              <a:defRPr/>
            </a:pPr>
            <a:r>
              <a:rPr lang="fr-FR" sz="4800">
                <a:ln>
                  <a:noFill/>
                </a:ln>
                <a:solidFill>
                  <a:schemeClr val="tx1">
                    <a:alpha val="99999"/>
                  </a:schemeClr>
                </a:solidFill>
              </a:rPr>
              <a:t>Application Netflux</a:t>
            </a:r>
            <a:endParaRPr sz="4800"/>
          </a:p>
        </p:txBody>
      </p:sp>
      <p:sp>
        <p:nvSpPr>
          <p:cNvPr id="1668017651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3999" y="3054024"/>
            <a:ext cx="9144000" cy="165576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 algn="ctr">
              <a:defRPr/>
            </a:pPr>
            <a:endParaRPr lang="fr-FR" sz="24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algn="ctr">
              <a:defRPr/>
            </a:pPr>
            <a:r>
              <a:rPr lang="fr-FR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L’application Netflux permet aux utilisateurs de consulter un catalogue de films et de séries, de</a:t>
            </a:r>
            <a:endParaRPr sz="2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algn="ctr">
              <a:defRPr/>
            </a:pPr>
            <a:r>
              <a:rPr lang="fr-FR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filtrer les contenus par genre et de gérer leurs favoris après authentification.</a:t>
            </a:r>
            <a:endParaRPr lang="fr-FR"/>
          </a:p>
        </p:txBody>
      </p:sp>
      <p:sp>
        <p:nvSpPr>
          <p:cNvPr id="1697972339" name=""/>
          <p:cNvSpPr txBox="1"/>
          <p:nvPr/>
        </p:nvSpPr>
        <p:spPr bwMode="auto">
          <a:xfrm rot="0" flipH="0" flipV="0">
            <a:off x="1841095" y="1252602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4415128" name="Titr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sz="4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Modélisation conceptuelle (Méthode Merise)</a:t>
            </a:r>
            <a:endParaRPr/>
          </a:p>
        </p:txBody>
      </p:sp>
      <p:sp>
        <p:nvSpPr>
          <p:cNvPr id="1973861981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algn="ctr"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Modèle Conceptuel de Données (MCD)</a:t>
            </a:r>
            <a:endParaRPr/>
          </a:p>
          <a:p>
            <a:pPr algn="ctr">
              <a:defRPr/>
            </a:pPr>
            <a:endParaRPr/>
          </a:p>
        </p:txBody>
      </p:sp>
      <p:pic>
        <p:nvPicPr>
          <p:cNvPr id="211738168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692803" y="1984374"/>
            <a:ext cx="9705974" cy="47318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20239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 sz="4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Modélisation conceptuelle (Méthode Merise)</a:t>
            </a:r>
            <a:endParaRPr/>
          </a:p>
        </p:txBody>
      </p:sp>
      <p:sp>
        <p:nvSpPr>
          <p:cNvPr id="196697043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algn="ctr"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Modèle Logique de Données (MLD)</a:t>
            </a:r>
            <a:endParaRPr sz="2400"/>
          </a:p>
          <a:p>
            <a:pPr algn="ctr">
              <a:defRPr/>
            </a:pPr>
            <a:endParaRPr/>
          </a:p>
          <a:p>
            <a:pPr algn="ctr">
              <a:defRPr/>
            </a:pPr>
            <a:endParaRPr/>
          </a:p>
        </p:txBody>
      </p:sp>
      <p:pic>
        <p:nvPicPr>
          <p:cNvPr id="166264751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214173" y="2116666"/>
            <a:ext cx="8301954" cy="48339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01336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sz="4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Modélisation UML</a:t>
            </a:r>
            <a:endParaRPr sz="4800"/>
          </a:p>
        </p:txBody>
      </p:sp>
      <p:sp>
        <p:nvSpPr>
          <p:cNvPr id="46001917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algn="ctr"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Diagramme des cas d’utilisation</a:t>
            </a:r>
            <a:endParaRPr/>
          </a:p>
        </p:txBody>
      </p:sp>
      <p:pic>
        <p:nvPicPr>
          <p:cNvPr id="168440637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222499" y="2083170"/>
            <a:ext cx="7184791" cy="47541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905585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fr-FR" sz="4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Modélisation UML</a:t>
            </a:r>
            <a:endParaRPr/>
          </a:p>
        </p:txBody>
      </p:sp>
      <p:sp>
        <p:nvSpPr>
          <p:cNvPr id="157899648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algn="ctr"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Diagramme de classes</a:t>
            </a:r>
            <a:endParaRPr/>
          </a:p>
          <a:p>
            <a:pPr algn="ctr">
              <a:defRPr/>
            </a:pPr>
            <a:endParaRPr/>
          </a:p>
        </p:txBody>
      </p:sp>
      <p:pic>
        <p:nvPicPr>
          <p:cNvPr id="13845059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126203" y="2010833"/>
            <a:ext cx="10071884" cy="48085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710678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fr-FR" sz="4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Modélisation UML</a:t>
            </a:r>
            <a:endParaRPr/>
          </a:p>
        </p:txBody>
      </p:sp>
      <p:sp>
        <p:nvSpPr>
          <p:cNvPr id="33877005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algn="ctr"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Diagramme de séquence</a:t>
            </a:r>
            <a:endParaRPr sz="2400"/>
          </a:p>
          <a:p>
            <a:pPr algn="ctr">
              <a:defRPr/>
            </a:pPr>
            <a:endParaRPr/>
          </a:p>
          <a:p>
            <a:pPr algn="ctr">
              <a:defRPr/>
            </a:pPr>
            <a:endParaRPr/>
          </a:p>
        </p:txBody>
      </p:sp>
      <p:pic>
        <p:nvPicPr>
          <p:cNvPr id="106873291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201779" y="2103437"/>
            <a:ext cx="8593111" cy="48487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558528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fr-FR" sz="4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Modélisation UML</a:t>
            </a:r>
            <a:endParaRPr/>
          </a:p>
        </p:txBody>
      </p:sp>
      <p:sp>
        <p:nvSpPr>
          <p:cNvPr id="21201637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algn="ctr"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Diagramme d’architecture logicielle</a:t>
            </a:r>
            <a:endParaRPr/>
          </a:p>
        </p:txBody>
      </p:sp>
      <p:pic>
        <p:nvPicPr>
          <p:cNvPr id="153721144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965729" y="2246314"/>
            <a:ext cx="10373020" cy="43830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998037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sz="4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Périmètre fonctionnel</a:t>
            </a:r>
            <a:endParaRPr sz="4800"/>
          </a:p>
        </p:txBody>
      </p:sp>
      <p:sp>
        <p:nvSpPr>
          <p:cNvPr id="176893215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algn="ctr"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Parcourir le catalogue de films et séries.</a:t>
            </a:r>
            <a:endParaRPr/>
          </a:p>
        </p:txBody>
      </p:sp>
      <p:pic>
        <p:nvPicPr>
          <p:cNvPr id="63139006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51145" y="2162613"/>
            <a:ext cx="13786083" cy="57293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743061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fr-FR" sz="4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Périmètre fonctionnel</a:t>
            </a:r>
            <a:endParaRPr/>
          </a:p>
        </p:txBody>
      </p:sp>
      <p:sp>
        <p:nvSpPr>
          <p:cNvPr id="152041628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algn="ctr"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Filtrer les contenus par genre, type (film ou série) et mot-clé.</a:t>
            </a:r>
            <a:endParaRPr sz="2400"/>
          </a:p>
          <a:p>
            <a:pPr algn="ctr">
              <a:defRPr/>
            </a:pPr>
            <a:endParaRPr/>
          </a:p>
          <a:p>
            <a:pPr algn="ctr">
              <a:defRPr/>
            </a:pPr>
            <a:endParaRPr/>
          </a:p>
          <a:p>
            <a:pPr algn="ctr">
              <a:defRPr/>
            </a:pPr>
            <a:endParaRPr/>
          </a:p>
          <a:p>
            <a:pPr algn="ctr">
              <a:defRPr/>
            </a:pPr>
            <a:endParaRPr/>
          </a:p>
          <a:p>
            <a:pPr algn="ctr"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Ajouter ou retirer un contenu de ses favoris.</a:t>
            </a:r>
            <a:endParaRPr/>
          </a:p>
        </p:txBody>
      </p:sp>
      <p:pic>
        <p:nvPicPr>
          <p:cNvPr id="203712716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532187" y="2324099"/>
            <a:ext cx="4686300" cy="1104899"/>
          </a:xfrm>
          <a:prstGeom prst="rect">
            <a:avLst/>
          </a:prstGeom>
        </p:spPr>
      </p:pic>
      <p:pic>
        <p:nvPicPr>
          <p:cNvPr id="81727304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632604" y="4511145"/>
            <a:ext cx="6362699" cy="20764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16127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fr-FR" sz="4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Périmètre fonctionnel</a:t>
            </a:r>
            <a:endParaRPr/>
          </a:p>
        </p:txBody>
      </p:sp>
      <p:sp>
        <p:nvSpPr>
          <p:cNvPr id="172192898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algn="l"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Consulter la fiche détaillée d’un contenu.</a:t>
            </a:r>
            <a:endParaRPr/>
          </a:p>
        </p:txBody>
      </p:sp>
      <p:pic>
        <p:nvPicPr>
          <p:cNvPr id="175518622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083020" y="1735138"/>
            <a:ext cx="3314700" cy="1647824"/>
          </a:xfrm>
          <a:prstGeom prst="rect">
            <a:avLst/>
          </a:prstGeom>
        </p:spPr>
      </p:pic>
      <p:pic>
        <p:nvPicPr>
          <p:cNvPr id="568742422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265937" y="3065463"/>
            <a:ext cx="13725758" cy="42318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84359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fr-FR" sz="4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Périmètre fonctionnel</a:t>
            </a:r>
            <a:endParaRPr/>
          </a:p>
        </p:txBody>
      </p:sp>
      <p:sp>
        <p:nvSpPr>
          <p:cNvPr id="180545738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algn="ctr"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Créer un compte, se connecter, se déconnecter.</a:t>
            </a:r>
            <a:endParaRPr/>
          </a:p>
        </p:txBody>
      </p:sp>
      <p:pic>
        <p:nvPicPr>
          <p:cNvPr id="39226258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70791" y="2539999"/>
            <a:ext cx="4651000" cy="4695295"/>
          </a:xfrm>
          <a:prstGeom prst="rect">
            <a:avLst/>
          </a:prstGeom>
        </p:spPr>
      </p:pic>
      <p:pic>
        <p:nvPicPr>
          <p:cNvPr id="1585739472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883018" y="2539999"/>
            <a:ext cx="4803376" cy="4291541"/>
          </a:xfrm>
          <a:prstGeom prst="rect">
            <a:avLst/>
          </a:prstGeom>
        </p:spPr>
      </p:pic>
      <p:pic>
        <p:nvPicPr>
          <p:cNvPr id="1336885260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043333" y="6364816"/>
            <a:ext cx="3781424" cy="9334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272810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fr-FR" sz="4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Périmètre fonctionnel</a:t>
            </a:r>
            <a:endParaRPr/>
          </a:p>
        </p:txBody>
      </p:sp>
      <p:sp>
        <p:nvSpPr>
          <p:cNvPr id="35474207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algn="ctr"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Gérer le catalogue ajout, modification, suppression </a:t>
            </a:r>
            <a:endParaRPr/>
          </a:p>
        </p:txBody>
      </p:sp>
      <p:sp>
        <p:nvSpPr>
          <p:cNvPr id="752483658" name=""/>
          <p:cNvSpPr txBox="1"/>
          <p:nvPr/>
        </p:nvSpPr>
        <p:spPr bwMode="auto">
          <a:xfrm rot="0" flipH="0" flipV="0">
            <a:off x="5011138" y="3246120"/>
            <a:ext cx="2169722" cy="365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Périmètre fonctionnel</a:t>
            </a:r>
            <a:endParaRPr sz="4800"/>
          </a:p>
        </p:txBody>
      </p:sp>
      <p:pic>
        <p:nvPicPr>
          <p:cNvPr id="94833185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-64791" y="2036390"/>
            <a:ext cx="12925658" cy="1629147"/>
          </a:xfrm>
          <a:prstGeom prst="rect">
            <a:avLst/>
          </a:prstGeom>
        </p:spPr>
      </p:pic>
      <p:pic>
        <p:nvPicPr>
          <p:cNvPr id="105249832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90537" y="3863182"/>
            <a:ext cx="11210924" cy="27908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926264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fr-FR" sz="4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Périmètre fonctionnel</a:t>
            </a:r>
            <a:endParaRPr/>
          </a:p>
        </p:txBody>
      </p:sp>
      <p:sp>
        <p:nvSpPr>
          <p:cNvPr id="12207349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algn="ctr"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Gérer les utilisateurs (lecture, suppression, modification de rôles).</a:t>
            </a:r>
            <a:endParaRPr/>
          </a:p>
        </p:txBody>
      </p:sp>
      <p:pic>
        <p:nvPicPr>
          <p:cNvPr id="177320265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072916" y="2347934"/>
            <a:ext cx="10336974" cy="45873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741356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fr-FR" sz="4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Repot Github</a:t>
            </a:r>
            <a:endParaRPr/>
          </a:p>
        </p:txBody>
      </p:sp>
      <p:sp>
        <p:nvSpPr>
          <p:cNvPr id="85563677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/>
              <a:t> </a:t>
            </a:r>
            <a:endParaRPr/>
          </a:p>
        </p:txBody>
      </p:sp>
      <p:pic>
        <p:nvPicPr>
          <p:cNvPr id="61571991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311041" y="2399602"/>
            <a:ext cx="8457374" cy="3855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urt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ONLYOFFICE/9.1.0.167</Application>
  <PresentationFormat>On-screen Show (4:3)</PresentationFormat>
  <Paragraphs>0</Paragraphs>
  <Slides>14</Slides>
  <Notes>14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created xsi:type="dcterms:W3CDTF">2012-12-03T06:56:55Z</dcterms:created>
  <dcterms:modified xsi:type="dcterms:W3CDTF">2025-11-27T14:50:48Z</dcterms:modified>
</cp:coreProperties>
</file>